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幻灯片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这是第 1 张幻灯片的内容。用于幻灯片管理测试。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幻灯片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这是第 2 张幻灯片的内容。用于幻灯片管理测试。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幻灯片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这是第 3 张幻灯片的内容。用于幻灯片管理测试。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幻灯片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这是第 4 张幻灯片的内容。用于幻灯片管理测试。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幻灯片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这是第 5 张幻灯片的内容。用于幻灯片管理测试。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