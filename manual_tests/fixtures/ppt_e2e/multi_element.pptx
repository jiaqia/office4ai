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这是一个文本框元素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28600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0" y="914400"/>
            <a:ext cx="1828800" cy="1371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