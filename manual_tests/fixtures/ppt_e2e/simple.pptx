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这是第一页的正文内容。用于测试基本的内容获取功能。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第二页包含一些不同的文本。测试多幻灯片场景。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最后一页内容。PPT E2E 测试结束。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