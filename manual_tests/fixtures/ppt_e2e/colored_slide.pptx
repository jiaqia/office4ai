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914400"/>
            <a:ext cx="1828800" cy="1371600"/>
          </a:xfrm>
          <a:prstGeom prst="ellipse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400800" y="914400"/>
            <a:ext cx="1828800" cy="1371600"/>
          </a:xfrm>
          <a:prstGeom prst="diamond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3200400"/>
            <a:ext cx="1828800" cy="137160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5029200" y="3200400"/>
            <a:ext cx="1828800" cy="1371600"/>
          </a:xfrm>
          <a:prstGeom prst="homePlate">
            <a:avLst/>
          </a:prstGeom>
          <a:solidFill>
            <a:srgbClr val="FF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